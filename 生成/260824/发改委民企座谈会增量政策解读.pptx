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" cy="164592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9B2A"/>
                </a:solidFill>
                <a:latin typeface="微软雅黑"/>
              </a:defRPr>
            </a:pPr>
            <a:r>
              <a:t>政策深度解读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发改委密集召开民营企业座谈会</a:t>
            </a:r>
            <a:br/>
            <a:r>
              <a:t>明确将出台增量政策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A6FF"/>
                </a:solidFill>
                <a:latin typeface="微软雅黑"/>
              </a:defRPr>
            </a:pPr>
            <a:r>
              <a:t>—— 政策背景、影响分析与机遇展望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9B2A"/>
                </a:solidFill>
                <a:latin typeface="微软雅黑"/>
              </a:defRPr>
            </a:pPr>
            <a:r>
              <a:t>2026年8月24日  |  政策研究课题组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9B2A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5C"/>
                </a:solidFill>
                <a:latin typeface="微软雅黑"/>
              </a:defRPr>
            </a:pPr>
            <a:r>
              <a:t>事件背景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为什么这次座谈会值得高度关注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148840"/>
            <a:ext cx="82296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9B2A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5C"/>
                </a:solidFill>
                <a:latin typeface="微软雅黑"/>
              </a:defRPr>
            </a:pPr>
            <a:r>
              <a:t>座谈会核心内容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06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参会企业说了什么，发改委回应了什么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971800"/>
            <a:ext cx="82296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9B2A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5C"/>
                </a:solidFill>
                <a:latin typeface="微软雅黑"/>
              </a:defRPr>
            </a:pPr>
            <a:r>
              <a:t>存量与增量政策分析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29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已出台政策效果如何，增量政策将聚焦何处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794760"/>
            <a:ext cx="82296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9B2A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5C"/>
                </a:solidFill>
                <a:latin typeface="微软雅黑"/>
              </a:defRPr>
            </a:pPr>
            <a:r>
              <a:t>对民营企业的影响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51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融资、准入、竞争、预期四个维度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617720"/>
            <a:ext cx="82296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9B2A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5C"/>
                </a:solidFill>
                <a:latin typeface="微软雅黑"/>
              </a:defRPr>
            </a:pPr>
            <a:r>
              <a:t>行业经济影响评估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074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哪些行业将率先受益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5440680"/>
            <a:ext cx="82296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9B2A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5C"/>
                </a:solidFill>
                <a:latin typeface="微软雅黑"/>
              </a:defRPr>
            </a:pPr>
            <a:r>
              <a:t>政策建议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978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企业、投资者、地方政府如何应对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01  事件背景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029200" cy="36576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5C"/>
                </a:solidFill>
                <a:latin typeface="微软雅黑"/>
              </a:defRPr>
            </a:pPr>
            <a:r>
              <a:t>关键时间节点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2026年8月20日  |  郑栅洁主任主持召开民企座谈会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5家民营企业代表参会（特锐德、楚天科技、誉存科技、雷鸟创新、鄂尔多斯资源）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发改委明确：“充分发挥存量政策效能，及时谋划出台务实管用的增量政策”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强调协同推进“十五五”规划重大工程和“六张网”规划建设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463040"/>
            <a:ext cx="5760720" cy="36576"/>
          </a:xfrm>
          <a:prstGeom prst="rect">
            <a:avLst/>
          </a:prstGeom>
          <a:solidFill>
            <a:srgbClr val="E8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6459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5C"/>
                </a:solidFill>
                <a:latin typeface="微软雅黑"/>
              </a:defRPr>
            </a:pPr>
            <a:r>
              <a:t>为什么重要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103120"/>
            <a:ext cx="576072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时间点特殊：“十五五”开局关键窗口期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信号明确：稳增长政策加码信号强烈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机制化：座谈会常态化释放制度红利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覆盖面广：5家企业覆盖不同行业和地区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657600"/>
            <a:ext cx="5760720" cy="12801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74903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经济态势：“动能向新、结构向优”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企业诉求：融资、协同、壁垒、改造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政策组合：“存量政策+增量政策”双轮驱动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市场预期：被解读为新一轮稳增长前奏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9B2A"/>
                </a:solidFill>
                <a:latin typeface="微软雅黑"/>
              </a:defRPr>
            </a:pPr>
            <a:r>
              <a:t>“从‘企业点题’到‘政府答题’，座谈会释放的是政策温度的信号，更是制度创新的方向。”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02  座谈会核心内容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36576"/>
          </a:xfrm>
          <a:prstGeom prst="rect">
            <a:avLst/>
          </a:prstGeom>
          <a:solidFill>
            <a:srgbClr val="E8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5C"/>
                </a:solidFill>
                <a:latin typeface="微软雅黑"/>
              </a:defRPr>
            </a:pPr>
            <a:r>
              <a:t>企业诉求（5个方向）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① 优化投资服务 — 提升项目审批效率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② 国企民企协同 — 打破隐性壁垒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③ 规范竞争秩序 — 营造公平环境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④ 拓宽融资渠道 — 降低融资成本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⑤ 支持传统产业改造 — 加大技改支持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486400" cy="36576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5C"/>
                </a:solidFill>
                <a:latin typeface="微软雅黑"/>
              </a:defRPr>
            </a:pPr>
            <a:r>
              <a:t>发改委表态（4个方向）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▶ 充分发挥存量政策效能，确保稳增长落地见效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▶ 及时谋划出台务实管用的增量政策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▶ 协同推进“十五五”重大工程和“六张网”建设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▶ 持续优化营商环境，解决融资、准入、竞争问题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“企业点题 + 政府答题”模式形成制度闭环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5家企业来自不同行业和地区，诉求具有广泛代表性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发改委表态涵盖短期（存量）+ 中期（增量）+ 长期（十五五规划）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03  存量与增量政策分析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存量政策成效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民营经济31条措施落地深化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减税降费政策持续发力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金融支持民营经济25条逐步见效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营商环境优化行动深入推进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上半年民间投资同比+3.2%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• 民企进出口总额增长5.6%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solidFill>
            <a:srgbClr val="E8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增量政策方向预判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▶ 放宽民间投资准入，聚焦“六张网”建设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▶ 加大结构性货币政策工具支持力度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▶ 出台新一轮减税降费政策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▶ 完善民企参与国家重大战略机制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▶ 推进民营经济促进法立法进程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  <a:latin typeface="微软雅黑"/>
              </a:defRPr>
            </a:pPr>
            <a:r>
              <a:t>▶ 常态化召开民营企业座谈会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5C"/>
                </a:solidFill>
                <a:latin typeface="微软雅黑"/>
              </a:defRPr>
            </a:pPr>
            <a:r>
              <a:t>“六张网”规划建设 — 民企参与机会清单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交通网  |  能源网  |  水利网  |  信息网  |  物流网  |  市政网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预计释放数十万亿元市场空间，民营企业可在新能源、数字经济、智慧城市等领域重点参与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04  对民营企业的影响分析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融资环境改善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56032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融资渠道进一步拓宽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融资成本稳中有降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科技型/制造业民企受益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市场准入开放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920240"/>
            <a:ext cx="256032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参与国家重大项目建设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民间资本准入领域扩大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“六张网”释放新空间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solidFill>
            <a:srgbClr val="E8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竞争秩序规范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256032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破除隐性壁垒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反垄断细化措施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国企民企公平竞争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463040"/>
            <a:ext cx="2560320" cy="45720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政策预期稳定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920240"/>
            <a:ext cx="256032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011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座谈会常态化制度化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政策沟通机制完善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投资信心增强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9B2A"/>
                </a:solidFill>
                <a:latin typeface="微软雅黑"/>
              </a:defRPr>
            </a:pPr>
            <a:r>
              <a:t>核心结论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此次座谈会释放的增量政策信号，将在融资、准入、竞争、预期四个维度全面改善民营企业营商环境。</a:t>
            </a:r>
            <a:br/>
            <a:r>
              <a:t>“存量+增量”双政策组合拳，将形成从短期纾困到长期制度建设的完整政策链条。</a:t>
            </a:r>
            <a:br/>
            <a:r>
              <a:t>民营企业应密切关注政策落地节奏，提前做好战略布局和项目储备。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05  行业经济影响评估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73152" cy="7315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A4F"/>
                </a:solidFill>
                <a:latin typeface="微软雅黑"/>
              </a:defRPr>
            </a:pPr>
            <a:r>
              <a:t>新能源与绿色产业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“能源网”+“十五五”能源规划投资拉动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9B2A"/>
                </a:solidFill>
                <a:latin typeface="微软雅黑"/>
              </a:defRPr>
            </a:pPr>
            <a:r>
              <a:t>★★★★★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73152" cy="7315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8A"/>
                </a:solidFill>
                <a:latin typeface="微软雅黑"/>
              </a:defRPr>
            </a:pPr>
            <a:r>
              <a:t>先进制造业与科创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融资环境改善+技术改造支持政策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423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9B2A"/>
                </a:solidFill>
                <a:latin typeface="微软雅黑"/>
              </a:defRPr>
            </a:pPr>
            <a:r>
              <a:t>★★★★★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73152" cy="731520"/>
          </a:xfrm>
          <a:prstGeom prst="rect">
            <a:avLst/>
          </a:prstGeom>
          <a:solidFill>
            <a:srgbClr val="E8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3A"/>
                </a:solidFill>
                <a:latin typeface="微软雅黑"/>
              </a:defRPr>
            </a:pPr>
            <a:r>
              <a:t>基建与工程机械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“六张网”重大工程直接拉动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9B2A"/>
                </a:solidFill>
                <a:latin typeface="微软雅黑"/>
              </a:defRPr>
            </a:pPr>
            <a:r>
              <a:t>★★★★☆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73152" cy="73152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9B2A"/>
                </a:solidFill>
                <a:latin typeface="微软雅黑"/>
              </a:defRPr>
            </a:pPr>
            <a:r>
              <a:t>数字经济领域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“信息网”+新型基础设施建设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343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9B2A"/>
                </a:solidFill>
                <a:latin typeface="微软雅黑"/>
              </a:defRPr>
            </a:pPr>
            <a:r>
              <a:t>★★★★☆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73152" cy="73152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5C"/>
                </a:solidFill>
                <a:latin typeface="微软雅黑"/>
              </a:defRPr>
            </a:pPr>
            <a:r>
              <a:t>现代物流与商贸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“物流网”规划建设带动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9B2A"/>
                </a:solidFill>
                <a:latin typeface="微软雅黑"/>
              </a:defRPr>
            </a:pPr>
            <a:r>
              <a:t>★★★★☆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C5C"/>
                </a:solidFill>
                <a:latin typeface="微软雅黑"/>
              </a:defRPr>
            </a:pPr>
            <a:r>
              <a:t>政策落地节奏预判：2026年Q4增量政策密集出台  →  2027年上半年政策效应逐步显现  →  资本市场已形成积极提振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06  政策建议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66160" cy="457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对企业的建议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3200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密切关注增量政策出台节奏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提前做好项目储备和资金安排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聚焦“六张网”机会清单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加强政企沟通对接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6616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对投资者的建议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566160" cy="3200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关注新能源、先进制造方向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把握数字经济政策红利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关注民营经济促进法立法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政策驱动的投资机会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566160" cy="457200"/>
          </a:xfrm>
          <a:prstGeom prst="rect">
            <a:avLst/>
          </a:prstGeom>
          <a:solidFill>
            <a:srgbClr val="E85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63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对地方政府的建议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566160" cy="3200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及时传达解读国家政策精神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建立常态化民企座谈机制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清理各类隐性壁垒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  <a:latin typeface="微软雅黑"/>
              </a:defRPr>
            </a:pPr>
            <a:r>
              <a:t>• 配合“六张网”做好项目储备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9B2A"/>
                </a:solidFill>
                <a:latin typeface="微软雅黑"/>
              </a:defRPr>
            </a:pPr>
            <a:r>
              <a:t>“看懂政策，才能踩准节拍。”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感谢聊听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9B2A"/>
                </a:solidFill>
                <a:latin typeface="微软雅黑"/>
              </a:defRPr>
            </a:pPr>
            <a:r>
              <a:t>政策研究课题组  |  2026年8月24日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DA6FF"/>
                </a:solidFill>
                <a:latin typeface="微软雅黑"/>
              </a:defRPr>
            </a:pPr>
            <a:r>
              <a:t>数据来源：国家发展和改革委员会官网（ndrc.gov.cn）</a:t>
            </a:r>
            <a:br/>
            <a:r>
              <a:t>声明：本报告仅供参考，不构成投资建议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49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